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82B8D-9C2D-879B-35CC-70535E457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A89262-CC99-86B8-3A1B-822465652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443E61-B9F8-DCAD-ABDE-4DEBE14F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D25E5F-A605-A83B-0DE8-B449D770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BFFCDF-70E1-9E4C-7F90-A5FBE906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3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A4EA5-4B32-90EE-5B08-599AC373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9E01AC-052A-FA7F-B684-A80B755A0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FC4749-9A59-8BF3-16B1-943900A6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F24125-C85D-AFCD-DBD3-D04729B72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781F0-E936-6B44-BEBC-A9C346840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246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B3497-85CF-7A91-02B3-FFE4CDE40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736A34-0377-4814-2FCD-C0A74C3D8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D246A8-8623-3D63-3253-542CB71E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0A6156-91DE-A5CE-1AB7-2021E2AB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1EEC5C-D118-E5C9-7561-12C4FEDA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40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B43074-2D6A-44C6-0179-494E2C5D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1EF4B-228A-C3CD-B404-9CAE15AEE7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63DFDC-FEAA-DECF-02DE-93CDE635B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31ABC9-EDDD-7786-2F39-E9CAD646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DA8792-EF8D-2238-8F2D-2EF0CC67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BE316E-F600-7650-5665-F81A8586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893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FAD9D-0AE1-4EEA-E5F5-DA0ACF7F6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CDE491-A2F8-EACA-FCE2-D6FBE02D0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E3DEBB-4E98-59E3-C306-DFEDEB541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ADA8D4-D443-C821-D851-25B281EDB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CADF25-8B61-4376-C260-0DA243772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A001BE-C62A-6D23-2098-507EB96B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D69778-E899-8C79-3D08-48647668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FBE831F-8AA2-D5DF-5666-61A88072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80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A98C5-093D-D06A-70AD-0AE07B9D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436856-C146-FA92-B047-406EB42F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B65E34-5CBA-A065-CA31-6C4FD8D5B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37C2E7-4FD4-B091-5AF8-DF404ED0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97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40E0A2-6043-5F38-A704-3655A6F1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C6861A-CFDD-B544-75AA-7B908D21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9EFA5A-D308-C7A5-33FD-4B665F0B3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96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7792C-6D0C-5C03-D370-11D71E3A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F5EB8A-B6AA-48B6-5E8A-D0FE523C7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8CC8BE-6314-492C-ACF1-A64BEBA36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E5D7D3-89D1-DB80-A48B-E93A3182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660F17-8C78-2D4F-6D5A-CBC8A5BF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C242F1-21C0-25D9-DD37-9B9CD63C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28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26073-F5C4-4CDF-2DA5-C99A6E5F7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9F2FDA6-CAC8-7BED-B36A-1C8C536CF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84B862-78C6-7D70-BD12-DB7833B11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340E7-C732-399C-025A-D5061368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432B47-8E1A-CF96-6D23-D05501D8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5F3C35-998A-BEE6-A48B-10A15F77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07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943C9-DBFB-15D3-4E22-AB131C32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B0CF9C-3B23-807D-D3C0-E7AD30DA5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FF3237-4BA5-B157-6359-AF294EACE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00E32B-2E25-AB1D-4779-4E95D9E5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87372F-B290-D4A5-B6EF-A3E36A457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32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10F7C9-C601-14F8-BCB4-8530C49C8B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A26800-69E5-C1DF-6415-214BB0DF6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203F64-5345-2245-408F-2B07FFEF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A9D2C9-9701-BEB0-ABED-6686BD0F2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D6AD85-708A-70A9-D159-127521B5E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26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5F1B24-DE3F-FED3-7ED1-6FB1DD575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0D473-FAFC-1F86-74CF-E36E3EDE4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C0EC43-87BD-3D02-754A-2FDCB3440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0CF77-DB80-4F21-8F4A-6003C8C424C2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9CAFDF-8CEA-2ED5-8D65-46ACC9208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933CEA-C023-A636-CCF0-AD8836228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16DFB-386A-4904-8A2C-7BF398E2E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50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AA0178-34C2-B07B-912A-177D42F1A98F}"/>
              </a:ext>
            </a:extLst>
          </p:cNvPr>
          <p:cNvSpPr/>
          <p:nvPr/>
        </p:nvSpPr>
        <p:spPr>
          <a:xfrm>
            <a:off x="1975104" y="466344"/>
            <a:ext cx="7388352" cy="667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타이틀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8B3E1E-39F9-4F6D-193F-EDDB33BC11B9}"/>
              </a:ext>
            </a:extLst>
          </p:cNvPr>
          <p:cNvSpPr/>
          <p:nvPr/>
        </p:nvSpPr>
        <p:spPr>
          <a:xfrm>
            <a:off x="4581144" y="1371600"/>
            <a:ext cx="4846320" cy="2660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44FC57-FA9B-4F6B-8ACA-AB71CDB2F591}"/>
              </a:ext>
            </a:extLst>
          </p:cNvPr>
          <p:cNvSpPr/>
          <p:nvPr/>
        </p:nvSpPr>
        <p:spPr>
          <a:xfrm>
            <a:off x="2066544" y="1280160"/>
            <a:ext cx="1618488" cy="2660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공지사항 등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1961EF-1B91-9446-9C8F-DC4F326A14F4}"/>
              </a:ext>
            </a:extLst>
          </p:cNvPr>
          <p:cNvSpPr/>
          <p:nvPr/>
        </p:nvSpPr>
        <p:spPr>
          <a:xfrm>
            <a:off x="2066544" y="4032504"/>
            <a:ext cx="1618488" cy="18013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전화 및 </a:t>
            </a:r>
            <a:endParaRPr lang="en-US" altLang="ko-KR" dirty="0"/>
          </a:p>
          <a:p>
            <a:pPr algn="ctr"/>
            <a:r>
              <a:rPr lang="ko-KR" altLang="en-US" dirty="0" err="1"/>
              <a:t>오는길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E8BE1C-2651-E2C4-5004-2EC2E350A554}"/>
              </a:ext>
            </a:extLst>
          </p:cNvPr>
          <p:cNvSpPr/>
          <p:nvPr/>
        </p:nvSpPr>
        <p:spPr>
          <a:xfrm>
            <a:off x="4480560" y="4206240"/>
            <a:ext cx="4946904" cy="1627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FE8D21-5E5F-E575-BB11-33064FC5DE1F}"/>
              </a:ext>
            </a:extLst>
          </p:cNvPr>
          <p:cNvSpPr/>
          <p:nvPr/>
        </p:nvSpPr>
        <p:spPr>
          <a:xfrm>
            <a:off x="2066544" y="5961888"/>
            <a:ext cx="7479792" cy="804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보통 </a:t>
            </a:r>
            <a:r>
              <a:rPr lang="ko-KR" altLang="en-US" dirty="0" err="1"/>
              <a:t>기업들밑에</a:t>
            </a:r>
            <a:r>
              <a:rPr lang="ko-KR" altLang="en-US" dirty="0"/>
              <a:t> </a:t>
            </a:r>
            <a:r>
              <a:rPr lang="ko-KR" altLang="en-US" dirty="0" err="1"/>
              <a:t>적는거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5710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GGG</dc:creator>
  <cp:lastModifiedBy>GGG</cp:lastModifiedBy>
  <cp:revision>1</cp:revision>
  <dcterms:created xsi:type="dcterms:W3CDTF">2026-09-30T08:09:26Z</dcterms:created>
  <dcterms:modified xsi:type="dcterms:W3CDTF">2026-09-30T08:09:56Z</dcterms:modified>
</cp:coreProperties>
</file>