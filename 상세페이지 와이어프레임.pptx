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6D3CFD-1904-88EB-FF24-15AB7C100F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2338746-FB35-AEDF-DB82-4B5CE5BB6C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31FCBA-5900-D91D-DF8F-772B5DD9A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AB663-BF6F-47CD-8818-53228A5D6CD1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C93C0F-C469-568A-D3F4-1CCF2E1CE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D0F54D-78A5-B598-E3C0-2EA72AA36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C5ADD-EE68-4577-BA12-0D12CCFA5D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9642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E9F23C-FD02-203F-10BA-99212A6A7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5F34AF-98AC-BBA7-D3C1-1CA3C40A48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637CE1B-E394-610B-5157-B9530EF3E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AB663-BF6F-47CD-8818-53228A5D6CD1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8CA75FF-6817-3EDF-BE5E-0C48E05E2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AA9E74-3079-A4D3-BD92-CC212C02E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C5ADD-EE68-4577-BA12-0D12CCFA5D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3652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D8D5D2-9178-C13E-12A1-887A0F79F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B3E6F1C-7A99-F5FA-E387-B61CE73249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3FD6C0-7BAE-03B6-AA3D-5EF58117A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AB663-BF6F-47CD-8818-53228A5D6CD1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E982A1-74DC-50F8-8EAB-E7DB59F8D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8D4175-6D5B-8D33-1C77-BC246EE3E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C5ADD-EE68-4577-BA12-0D12CCFA5D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7450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CBAE12-BEF3-7CDE-D039-78D7F4075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72BF46-C722-3C6A-2592-1A15EE6AAF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9F69F12-1624-2824-68A9-230B4E64EE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F72F469-8078-1813-2E84-E41444138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AB663-BF6F-47CD-8818-53228A5D6CD1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B728F3E-E7AC-9637-E198-18D15E9DE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C805796-B122-171C-063B-3CD0B1F4D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C5ADD-EE68-4577-BA12-0D12CCFA5D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2641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27D832-9AD2-106B-9DF2-2BDC2DF76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03742D8-AFFD-A3F7-A44D-5B389385B2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E1D63EC-1B5D-8035-92BD-9822BD12DB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A878152-615E-62BD-6022-7E15C78619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C9A5905-FF86-7ACB-83C6-741AD85785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9BD6915-5E03-9A28-511A-29BAD3507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AB663-BF6F-47CD-8818-53228A5D6CD1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49C7B68-DE2E-2C3F-EA9C-546995D96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E47E136-1D2D-0FC9-7CA4-37DBCD6DF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C5ADD-EE68-4577-BA12-0D12CCFA5D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2969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A1088B-DF2B-A0D3-6024-121E6B738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7FF78D1-2D91-8745-5991-FA26F9CE1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AB663-BF6F-47CD-8818-53228A5D6CD1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DD690FC-06C6-2E0F-B39C-62DB71C82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CCA1319-A92D-2D79-D18C-180FDA152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C5ADD-EE68-4577-BA12-0D12CCFA5D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5355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994F0F1-BCF2-DD0F-30C4-DDE68269D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AB663-BF6F-47CD-8818-53228A5D6CD1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092E089-C2A7-A585-24D5-C9CAE6A74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1CC7C3-A441-8779-5AB6-0D42232E1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C5ADD-EE68-4577-BA12-0D12CCFA5D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9377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070BD5-B901-7830-F6D9-22F379B3A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B27A41-826B-937F-5B03-D7281A27DD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AEE6BD4-71BE-6762-8A94-421AD364D8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0F06588-128A-EDD3-B490-C63EDB998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AB663-BF6F-47CD-8818-53228A5D6CD1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06C4D97-E459-C9CC-494E-E4ED5CD5D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ED55E85-95E2-E785-8342-229A5891A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C5ADD-EE68-4577-BA12-0D12CCFA5D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3735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1467C6-0B73-8376-1D96-2752F268E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C8965D7-51AC-A198-C18B-A038A8FBE4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D798FEF-5A7F-79B9-702D-810A3BB084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25A1C6B-EE1E-CA03-A8B5-AF4CEAE5F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AB663-BF6F-47CD-8818-53228A5D6CD1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B2A876E-83BA-6C70-75C2-17B944A0B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77DEEB6-E25F-C064-7707-2F8305234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C5ADD-EE68-4577-BA12-0D12CCFA5D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5645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03E6A0-4C6C-5A09-CED8-A938BA9FB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9467B67-2281-90C4-125D-A934CC7D3F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2A4D2E-CD9D-2B29-5E8B-15812EE91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AB663-BF6F-47CD-8818-53228A5D6CD1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7D5A853-6303-794A-C5D2-DF55C8353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6930A8-A83B-DA87-3FFE-98BD8DBF5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C5ADD-EE68-4577-BA12-0D12CCFA5D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3370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0E90204-63A9-583E-DEF5-89B7D08EBA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422F690-91D7-EF7B-3B5A-F76A8A212A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0272A1-8E4C-CA11-BCD2-966FDAA0D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AB663-BF6F-47CD-8818-53228A5D6CD1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49AD7C-F452-41F8-CC5E-3331E3D18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B184F4-C358-1252-296C-102D3C143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C5ADD-EE68-4577-BA12-0D12CCFA5D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0534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160BFE3-AF90-7CC0-25D8-049DC937B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48DA44A-627A-D669-0304-21401F3C12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C1B23D-89B3-784E-A39D-E9F1678C16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AAB663-BF6F-47CD-8818-53228A5D6CD1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C91083-25ED-9380-5D6A-5FDBACA129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BA3449-836B-EC17-3332-E6E39445E1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7C5ADD-EE68-4577-BA12-0D12CCFA5D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4515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24F13C7-0B2A-9259-3445-CE93DD056E7A}"/>
              </a:ext>
            </a:extLst>
          </p:cNvPr>
          <p:cNvSpPr/>
          <p:nvPr/>
        </p:nvSpPr>
        <p:spPr>
          <a:xfrm>
            <a:off x="2267712" y="612648"/>
            <a:ext cx="7196328" cy="8595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타이틀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364DE7A-2FB6-314D-623E-32A321584957}"/>
              </a:ext>
            </a:extLst>
          </p:cNvPr>
          <p:cNvSpPr/>
          <p:nvPr/>
        </p:nvSpPr>
        <p:spPr>
          <a:xfrm>
            <a:off x="2331720" y="1554480"/>
            <a:ext cx="1335024" cy="21305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공지사항 등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0BFB6B4-5982-63D8-D009-6AB3E217229E}"/>
              </a:ext>
            </a:extLst>
          </p:cNvPr>
          <p:cNvSpPr/>
          <p:nvPr/>
        </p:nvSpPr>
        <p:spPr>
          <a:xfrm>
            <a:off x="2331720" y="3813048"/>
            <a:ext cx="1335024" cy="18105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전화번호 및 </a:t>
            </a:r>
            <a:r>
              <a:rPr lang="ko-KR" altLang="en-US" dirty="0" err="1"/>
              <a:t>오는길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080564E-9E31-B33D-0707-B3E6DB385F4C}"/>
              </a:ext>
            </a:extLst>
          </p:cNvPr>
          <p:cNvSpPr/>
          <p:nvPr/>
        </p:nvSpPr>
        <p:spPr>
          <a:xfrm>
            <a:off x="4425696" y="1627632"/>
            <a:ext cx="4654296" cy="22585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메뉴 사진 및 설명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1784078-01C7-29A4-B285-63058F349FC5}"/>
              </a:ext>
            </a:extLst>
          </p:cNvPr>
          <p:cNvSpPr/>
          <p:nvPr/>
        </p:nvSpPr>
        <p:spPr>
          <a:xfrm>
            <a:off x="4425696" y="4105656"/>
            <a:ext cx="4745736" cy="15179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메뉴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7580013-9D7D-7992-B4A5-F2BF014C3608}"/>
              </a:ext>
            </a:extLst>
          </p:cNvPr>
          <p:cNvSpPr/>
          <p:nvPr/>
        </p:nvSpPr>
        <p:spPr>
          <a:xfrm>
            <a:off x="2331720" y="5788152"/>
            <a:ext cx="6748272" cy="6675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보통 기업들이 </a:t>
            </a:r>
            <a:r>
              <a:rPr lang="ko-KR" altLang="en-US" dirty="0" err="1"/>
              <a:t>적어놓는거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813749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와이드스크린</PresentationFormat>
  <Paragraphs>6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GGG</dc:creator>
  <cp:lastModifiedBy>GGG</cp:lastModifiedBy>
  <cp:revision>1</cp:revision>
  <dcterms:created xsi:type="dcterms:W3CDTF">2026-09-30T08:11:35Z</dcterms:created>
  <dcterms:modified xsi:type="dcterms:W3CDTF">2026-09-30T08:11:40Z</dcterms:modified>
</cp:coreProperties>
</file>